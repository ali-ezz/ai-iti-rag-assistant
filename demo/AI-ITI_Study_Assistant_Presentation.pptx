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  <a:latin typeface="Calibri"/>
              </a:defRPr>
            </a:pPr>
            <a:r>
              <a:t>AI-ITI Study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18CF8"/>
                </a:solidFill>
                <a:latin typeface="Calibri"/>
              </a:defRPr>
            </a:pPr>
            <a:r>
              <a:t>RAG-Powered Document Assistant over course lab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Ali Ezz Ali  ·  Level 2 Summer Training  ·  Core Track  · 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github.com/ali-ezz/ai-iti-rag-assistant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Grounded answers only from course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Students need quick, trustworthy answers from 12 lab notebooks (OOP → Transformers).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A plain LLM invents content — unacceptable for study help.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Goal: full product — raw docs → notebook → FastAPI → Streamlit → GitHub.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Answer must cite which document / section / chunk it came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Question → retrieve → grounded generate → cited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22860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Streamlit UI</a:t>
            </a:r>
            <a:br/>
            <a:r>
              <a:t>:8501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560320"/>
            <a:ext cx="22860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8346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FastAPI</a:t>
            </a:r>
            <a:br/>
            <a:r>
              <a:t>/query  :8000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560320"/>
            <a:ext cx="22860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8346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Chroma</a:t>
            </a:r>
            <a:br/>
            <a:r>
              <a:t>top-4 cosine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560320"/>
            <a:ext cx="22860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8346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Ollama</a:t>
            </a:r>
            <a:br/>
            <a:r>
              <a:t>qwen2.5:1.5b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Embeddings: paraphrase-multilingual-MiniLM-L12-v2  ·  Vector store persisted at startup  ·  Temp 0.1  ·  [Source N]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Data &amp;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Core Track — text-only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12 solved lab notebooks → cleaned Markdown (prepare_corpus.py) — no OCR needed.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Split by Markdown section, then 320-word windows with 60-word overlap.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264 chunks indexed into Chroma (cosine HNSW) — persisted for the API.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Metadata on every chunk: source, section, chunk_id → human-readable citations.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Grounding &amp; anti-hallucination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Strict context-only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System prompt: answer ONLY from supplied context; else say "I do not have enough information…"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Numbered [Source 1..k] context blocks; model must cite factual claims.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Low temperature (0.1), short max tokens, de-duplicated sources in API response.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UI shows expandable source cards under every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12 test questions · CI-run notebook · results.csv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Retrieval hit rate @4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57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880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Answers with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57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264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880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Chunks from 12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Failures: overlapping terms across labs, broad questions, small CPU LLM truncation.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Mitigations: section chunks + overlap, top-4, strict prompt, refusal path (no free-form knowledge).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What we will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1. Open Streamlit chat UI at localhost:8501.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2. Ask: “How does Non-Max Suppression remove duplicate detections?”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3. Show grounded answer + Sources expander (LAB-05 — section — chunk).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4. Ask a second question (stemming vs lemmatization → LAB-08).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5. Show GET /health → vector store ready + Ollama model ready.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  <a:latin typeface="Calibri"/>
              </a:defRPr>
            </a:pPr>
            <a:r>
              <a:t>6. Repo: structure, tests, CI pipeline green.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Tech stack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Everything required by the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Python 3.12 · FastAPI · Streamlit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ChromaDB · sentence-transformers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Ollama qwen2.5:1.5b · pytest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Docker Compose · GitHub Actions CI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uv · Makefile · pydantic-settings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✓ notebooks/rag_pipeline.ipynb (executed)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✓ backend /health + /query + tests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✓ frontend chat + cited sources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✓ persisted vector store in repo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✓ README + public GitHub + evaluation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8CF8"/>
                </a:solidFill>
                <a:latin typeface="Calibri"/>
              </a:defRPr>
            </a:pPr>
            <a:r>
              <a:t>github.com/ali-ezz/ai-iti-rag-assistant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Ali Ezz Ali · Level 2 · Core Track · Ready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